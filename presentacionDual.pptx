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72363054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72363054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588b5a425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588b5a425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588b5a425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588b5a425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588b5a425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588b5a425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d251bb473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d251bb473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e965474a9_3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e965474a9_3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Relationship Id="rId4" Type="http://schemas.openxmlformats.org/officeDocument/2006/relationships/image" Target="../media/image14.jpg"/><Relationship Id="rId5" Type="http://schemas.openxmlformats.org/officeDocument/2006/relationships/image" Target="../media/image1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11" Type="http://schemas.openxmlformats.org/officeDocument/2006/relationships/image" Target="../media/image7.jpg"/><Relationship Id="rId10" Type="http://schemas.openxmlformats.org/officeDocument/2006/relationships/image" Target="../media/image11.png"/><Relationship Id="rId9" Type="http://schemas.openxmlformats.org/officeDocument/2006/relationships/image" Target="../media/image20.png"/><Relationship Id="rId5" Type="http://schemas.openxmlformats.org/officeDocument/2006/relationships/image" Target="../media/image18.png"/><Relationship Id="rId6" Type="http://schemas.openxmlformats.org/officeDocument/2006/relationships/image" Target="../media/image8.jpg"/><Relationship Id="rId7" Type="http://schemas.openxmlformats.org/officeDocument/2006/relationships/image" Target="../media/image6.jpg"/><Relationship Id="rId8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5" Type="http://schemas.openxmlformats.org/officeDocument/2006/relationships/image" Target="../media/image9.png"/><Relationship Id="rId6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Experiencia dual en la empresa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Alejandro Morales Conejo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7571" y="-665125"/>
            <a:ext cx="4333326" cy="261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8950" y="1966599"/>
            <a:ext cx="4394827" cy="2472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950" y="1896574"/>
            <a:ext cx="4049185" cy="261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9600" y="162725"/>
            <a:ext cx="6484800" cy="481804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/>
        </p:nvSpPr>
        <p:spPr>
          <a:xfrm>
            <a:off x="2126400" y="681550"/>
            <a:ext cx="48912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Tareas y herramientas utilizadas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87" name="Google Shape;8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5275" y="1199950"/>
            <a:ext cx="1197199" cy="95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2475" y="1444150"/>
            <a:ext cx="2250301" cy="59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5975" y="1266637"/>
            <a:ext cx="1335150" cy="9533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 txBox="1"/>
          <p:nvPr/>
        </p:nvSpPr>
        <p:spPr>
          <a:xfrm>
            <a:off x="1795800" y="1565988"/>
            <a:ext cx="4212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1" name="Google Shape;91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20675" y="2483062"/>
            <a:ext cx="975475" cy="807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66995" y="2587525"/>
            <a:ext cx="2087980" cy="59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350001" y="3516314"/>
            <a:ext cx="975474" cy="923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701373" y="3447823"/>
            <a:ext cx="1060175" cy="106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397150" y="3394425"/>
            <a:ext cx="1104420" cy="1166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50" y="0"/>
            <a:ext cx="7462400" cy="44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 txBox="1"/>
          <p:nvPr/>
        </p:nvSpPr>
        <p:spPr>
          <a:xfrm>
            <a:off x="2864250" y="4560850"/>
            <a:ext cx="34155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latin typeface="Lato"/>
                <a:ea typeface="Lato"/>
                <a:cs typeface="Lato"/>
                <a:sym typeface="Lato"/>
              </a:rPr>
              <a:t>Poi / OkHttpClient3</a:t>
            </a:r>
            <a:endParaRPr sz="2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type="title"/>
          </p:nvPr>
        </p:nvSpPr>
        <p:spPr>
          <a:xfrm>
            <a:off x="283100" y="531323"/>
            <a:ext cx="6244200" cy="97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MDBoostrap</a:t>
            </a:r>
            <a:endParaRPr/>
          </a:p>
        </p:txBody>
      </p:sp>
      <p:pic>
        <p:nvPicPr>
          <p:cNvPr id="107" name="Google Shape;10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775" y="1916675"/>
            <a:ext cx="2288725" cy="2296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1498" y="1954898"/>
            <a:ext cx="2219925" cy="2219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1920499"/>
            <a:ext cx="2288725" cy="228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81275" y="2059963"/>
            <a:ext cx="2009800" cy="20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675" y="186700"/>
            <a:ext cx="7501698" cy="477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5949" y="497263"/>
            <a:ext cx="3192025" cy="451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67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4000">
                <a:solidFill>
                  <a:schemeClr val="dk2"/>
                </a:solidFill>
              </a:rPr>
              <a:t>Gracias por su atención.</a:t>
            </a:r>
            <a:endParaRPr b="0" sz="4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